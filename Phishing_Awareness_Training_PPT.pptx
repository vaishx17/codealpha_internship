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Safe. Stay Informed.</a:t>
            </a:r>
          </a:p>
          <a:p>
            <a:r>
              <a:t>Presented by: [Your Name / Team]</a:t>
            </a:r>
          </a:p>
          <a:p>
            <a:r>
              <a:t>Date: [Today’s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Fraudulent attempts to obtain sensitive information.</a:t>
            </a:r>
          </a:p>
          <a:p>
            <a:r>
              <a:t>- Common channels: Email, SMS, fake websites.</a:t>
            </a:r>
          </a:p>
          <a:p>
            <a:r>
              <a:t>- Goal: Trick users into revealing credentials, credit card numbers,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Signs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Urgent or threatening language</a:t>
            </a:r>
          </a:p>
          <a:p>
            <a:r>
              <a:t>- Suspicious links or attachments</a:t>
            </a:r>
          </a:p>
          <a:p>
            <a:r>
              <a:t>- Spelling/grammar errors</a:t>
            </a:r>
          </a:p>
          <a:p>
            <a:r>
              <a:t>- Unusual sender address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Email Phishing</a:t>
            </a:r>
          </a:p>
          <a:p>
            <a:r>
              <a:t>- Spear Phishing (Targeted)</a:t>
            </a:r>
          </a:p>
          <a:p>
            <a:r>
              <a:t>- Whaling (Executives)</a:t>
            </a:r>
          </a:p>
          <a:p>
            <a:r>
              <a:t>- Smishing (SMS phishing)</a:t>
            </a:r>
          </a:p>
          <a:p>
            <a:r>
              <a:t>- Vishing (Voice phishing)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employee received an email pretending to be from HR requesting urgent login verification. The email was flagged by IT as a phishing attempt.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Verify sender identity</a:t>
            </a:r>
          </a:p>
          <a:p>
            <a:r>
              <a:t>- Hover over links before clicking</a:t>
            </a:r>
          </a:p>
          <a:p>
            <a:r>
              <a:t>- Don’t share personal info via email</a:t>
            </a:r>
          </a:p>
          <a:p>
            <a:r>
              <a:t>- Report suspicious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Policy on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Report all phishing attempts to IT/security</a:t>
            </a:r>
          </a:p>
          <a:p>
            <a:r>
              <a:t>- Use approved tools for email filtering</a:t>
            </a:r>
          </a:p>
          <a:p>
            <a:r>
              <a:t>- Follow internal cybersecurity guidelines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or Recap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is phishing?</a:t>
            </a:r>
          </a:p>
          <a:p>
            <a:r>
              <a:t>- Name 3 signs of a phishing email.</a:t>
            </a:r>
          </a:p>
          <a:p>
            <a:r>
              <a:t>- What should you do if you suspect phishing?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Stay alert</a:t>
            </a:r>
          </a:p>
          <a:p>
            <a:r>
              <a:t>- Report incidents</a:t>
            </a:r>
          </a:p>
          <a:p>
            <a:r>
              <a:t>- Phishing awareness protects everyone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Contact info: [Insert your name/email/department]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